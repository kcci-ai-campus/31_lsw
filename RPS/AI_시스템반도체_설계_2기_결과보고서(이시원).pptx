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5" r:id="rId7"/>
    <p:sldId id="266" r:id="rId8"/>
    <p:sldId id="269" r:id="rId9"/>
    <p:sldId id="270" r:id="rId10"/>
    <p:sldId id="268" r:id="rId11"/>
    <p:sldId id="262" r:id="rId12"/>
    <p:sldId id="263" r:id="rId13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>
          <p15:clr>
            <a:srgbClr val="A4A3A4"/>
          </p15:clr>
        </p15:guide>
        <p15:guide id="2" pos="552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5940" autoAdjust="0"/>
  </p:normalViewPr>
  <p:slideViewPr>
    <p:cSldViewPr snapToGrid="0" snapToObjects="1">
      <p:cViewPr varScale="1">
        <p:scale>
          <a:sx n="71" d="100"/>
          <a:sy n="71" d="100"/>
        </p:scale>
        <p:origin x="884" y="52"/>
      </p:cViewPr>
      <p:guideLst>
        <p:guide orient="horz" pos="3110"/>
        <p:guide pos="552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38" d="100"/>
          <a:sy n="38" d="100"/>
        </p:scale>
        <p:origin x="349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2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5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083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-1" y="-1"/>
            <a:ext cx="17556163" cy="162877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309163" y="1499017"/>
            <a:ext cx="596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AI </a:t>
            </a:r>
            <a:r>
              <a:rPr lang="ko-KR" altLang="en-US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시스템반도체 </a:t>
            </a:r>
            <a:r>
              <a:rPr lang="en-US" altLang="ko-KR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SW</a:t>
            </a:r>
            <a:r>
              <a:rPr lang="ko-KR" altLang="en-US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개발자</a:t>
            </a:r>
            <a:r>
              <a:rPr lang="en-US" altLang="ko-KR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(2</a:t>
            </a:r>
            <a:r>
              <a:rPr lang="ko-KR" altLang="en-US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</a:t>
            </a:r>
            <a:r>
              <a:rPr lang="en-US" altLang="ko-KR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  <a:endParaRPr lang="ko-KR" altLang="en-US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9242" y="5410269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RPS with YOLO</a:t>
            </a:r>
            <a:endParaRPr lang="ko-KR" altLang="en-US" sz="54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40474" y="7827365"/>
            <a:ext cx="5961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이시원</a:t>
            </a:r>
            <a:endParaRPr lang="ko-KR" altLang="en-US" sz="28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49202" y="4588833"/>
            <a:ext cx="14190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결과보고서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04711" y="2862352"/>
            <a:ext cx="1116012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 </a:t>
            </a:r>
            <a:r>
              <a:rPr lang="ko-KR" altLang="en-US" sz="44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요약</a:t>
            </a:r>
            <a:endParaRPr lang="en-US" altLang="ko-KR" sz="44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목표 및 개발 </a:t>
            </a:r>
            <a:r>
              <a:rPr lang="ko-KR" altLang="en-US" sz="44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단계</a:t>
            </a:r>
            <a:endParaRPr lang="en-US" altLang="ko-KR" sz="44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단계별 구현 방식</a:t>
            </a:r>
            <a:endParaRPr lang="en-US" altLang="ko-KR" sz="44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 </a:t>
            </a:r>
            <a:r>
              <a:rPr lang="ko-KR" altLang="en-US" sz="44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분석</a:t>
            </a:r>
            <a:endParaRPr lang="en-US" altLang="ko-KR" sz="4400" b="1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ko-KR" altLang="en-US" sz="44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향후 발전 가능성</a:t>
            </a:r>
            <a:endParaRPr lang="en-US" altLang="ko-KR" sz="44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목차구성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1. </a:t>
            </a:r>
            <a:r>
              <a:rPr lang="ko-KR" altLang="en-US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요약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15" y="2011647"/>
            <a:ext cx="6195802" cy="7377057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249981" y="3836894"/>
            <a:ext cx="5163670" cy="33796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249981" y="7333129"/>
            <a:ext cx="5163670" cy="174674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 flipV="1">
            <a:off x="6413651" y="3836894"/>
            <a:ext cx="1555973" cy="68131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flipV="1">
            <a:off x="6413651" y="7543799"/>
            <a:ext cx="1555973" cy="68131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69624" y="7031746"/>
            <a:ext cx="7996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/>
              <a:t>승자 판단</a:t>
            </a:r>
            <a:r>
              <a:rPr lang="ko-KR" altLang="en-US" sz="4000" dirty="0"/>
              <a:t> </a:t>
            </a:r>
            <a:r>
              <a:rPr lang="ko-KR" altLang="en-US" sz="4000" dirty="0" smtClean="0"/>
              <a:t>및 스코어 보드</a:t>
            </a:r>
            <a:endParaRPr lang="en-US" altLang="ko-KR" sz="40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7969624" y="3579961"/>
            <a:ext cx="79960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/>
              <a:t>상대적 좌표 기반 플레이어 구분</a:t>
            </a:r>
            <a:endParaRPr lang="en-US" altLang="ko-KR" sz="4000" dirty="0" smtClean="0"/>
          </a:p>
          <a:p>
            <a:r>
              <a:rPr lang="ko-KR" altLang="en-US" sz="4000" dirty="0" smtClean="0"/>
              <a:t>판정 결과 및 확률 표시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589041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 </a:t>
            </a:r>
            <a:r>
              <a:rPr lang="ko-KR" altLang="en-US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단계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967731"/>
              </p:ext>
            </p:extLst>
          </p:nvPr>
        </p:nvGraphicFramePr>
        <p:xfrm>
          <a:off x="1043437" y="2381255"/>
          <a:ext cx="15514374" cy="6532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00399"/>
                <a:gridCol w="13213975"/>
              </a:tblGrid>
              <a:tr h="8639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800" b="0" dirty="0" smtClean="0"/>
                        <a:t>단계</a:t>
                      </a:r>
                      <a:endParaRPr lang="ko-KR" altLang="en-US" sz="4800" b="0" dirty="0"/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800" b="0" dirty="0" smtClean="0"/>
                        <a:t>구현 목표</a:t>
                      </a:r>
                      <a:endParaRPr lang="ko-KR" altLang="en-US" sz="4800" b="0" dirty="0"/>
                    </a:p>
                  </a:txBody>
                  <a:tcPr marT="90000" marB="90000"/>
                </a:tc>
              </a:tr>
              <a:tr h="1124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800" b="0" dirty="0" smtClean="0"/>
                        <a:t>1</a:t>
                      </a:r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800" b="0" dirty="0" smtClean="0"/>
                        <a:t>상대적 좌표를 이용한 플레이어 구분</a:t>
                      </a:r>
                      <a:endParaRPr lang="ko-KR" altLang="en-US" sz="4800" b="0" dirty="0"/>
                    </a:p>
                  </a:txBody>
                  <a:tcPr marT="90000" marB="90000"/>
                </a:tc>
              </a:tr>
              <a:tr h="1124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800" b="0" dirty="0" smtClean="0"/>
                        <a:t>2</a:t>
                      </a:r>
                      <a:endParaRPr lang="ko-KR" altLang="en-US" sz="4800" b="0" dirty="0"/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800" b="0" dirty="0" smtClean="0"/>
                        <a:t>플레이어 간 승패 구분</a:t>
                      </a:r>
                      <a:endParaRPr lang="ko-KR" altLang="en-US" sz="4800" b="0" dirty="0"/>
                    </a:p>
                  </a:txBody>
                  <a:tcPr marT="90000" marB="90000"/>
                </a:tc>
              </a:tr>
              <a:tr h="1124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800" b="0" dirty="0" smtClean="0"/>
                        <a:t>3</a:t>
                      </a:r>
                      <a:endParaRPr lang="ko-KR" altLang="en-US" sz="4800" b="0" dirty="0"/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800" b="0" dirty="0" smtClean="0"/>
                        <a:t>2</a:t>
                      </a:r>
                      <a:r>
                        <a:rPr lang="ko-KR" altLang="en-US" sz="4800" b="0" dirty="0" smtClean="0"/>
                        <a:t>명의 플레이어가 아닌 경우 예외 처리</a:t>
                      </a:r>
                      <a:endParaRPr lang="ko-KR" altLang="en-US" sz="4800" b="0" dirty="0"/>
                    </a:p>
                  </a:txBody>
                  <a:tcPr marT="90000" marB="90000"/>
                </a:tc>
              </a:tr>
              <a:tr h="1124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800" b="0" dirty="0" smtClean="0"/>
                        <a:t>4</a:t>
                      </a:r>
                      <a:endParaRPr lang="ko-KR" altLang="en-US" sz="4800" b="0" dirty="0"/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800" b="0" dirty="0" smtClean="0"/>
                        <a:t>카운트 다운 이후 결과 판정 및 프레임 고정</a:t>
                      </a:r>
                      <a:endParaRPr lang="ko-KR" altLang="en-US" sz="4800" b="0" dirty="0"/>
                    </a:p>
                  </a:txBody>
                  <a:tcPr marT="90000" marB="90000"/>
                </a:tc>
              </a:tr>
              <a:tr h="1124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800" b="0" dirty="0" smtClean="0"/>
                        <a:t>5</a:t>
                      </a:r>
                      <a:endParaRPr lang="ko-KR" altLang="en-US" sz="4800" b="0" dirty="0"/>
                    </a:p>
                  </a:txBody>
                  <a:tcPr marT="90000" marB="90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800" b="0" dirty="0" smtClean="0"/>
                        <a:t>스코어 보드 및 기능키 구현</a:t>
                      </a:r>
                      <a:endParaRPr lang="ko-KR" altLang="en-US" sz="4800" b="0" dirty="0"/>
                    </a:p>
                  </a:txBody>
                  <a:tcPr marT="90000" marB="900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32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단계별 구현 방식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4862" y="1801906"/>
            <a:ext cx="1663849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ko-KR" altLang="en-US" sz="4000" dirty="0" smtClean="0"/>
              <a:t>상대적 좌표를 이용한 플레이어 구분</a:t>
            </a:r>
            <a:endParaRPr lang="en-US" altLang="ko-KR" sz="4000" dirty="0" smtClean="0"/>
          </a:p>
          <a:p>
            <a:endParaRPr lang="en-US" altLang="ko-KR" sz="1100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65" y="2556402"/>
            <a:ext cx="7578010" cy="690843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563" y="7001435"/>
            <a:ext cx="11097526" cy="2463402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170554"/>
              </p:ext>
            </p:extLst>
          </p:nvPr>
        </p:nvGraphicFramePr>
        <p:xfrm>
          <a:off x="5852051" y="3826815"/>
          <a:ext cx="1170411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016"/>
                <a:gridCol w="1672016"/>
                <a:gridCol w="1672016"/>
                <a:gridCol w="1672016"/>
                <a:gridCol w="1672016"/>
                <a:gridCol w="1672016"/>
                <a:gridCol w="1672016"/>
              </a:tblGrid>
              <a:tr h="625596">
                <a:tc>
                  <a:txBody>
                    <a:bodyPr/>
                    <a:lstStyle/>
                    <a:p>
                      <a:pPr algn="ctr" latinLnBrk="1"/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x1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Y1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X2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Y2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err="1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Sc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err="1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cid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</a:tr>
              <a:tr h="6255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1</a:t>
                      </a:r>
                      <a:r>
                        <a:rPr lang="ko-KR" altLang="en-US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행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9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80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140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190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0.919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0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</a:tr>
              <a:tr h="6255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2</a:t>
                      </a:r>
                      <a:r>
                        <a:rPr lang="ko-KR" altLang="en-US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행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148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54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309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230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0.888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latin typeface="a시네마L" panose="02020600000000000000" pitchFamily="18" charset="-127"/>
                          <a:ea typeface="a시네마L" panose="02020600000000000000" pitchFamily="18" charset="-127"/>
                        </a:rPr>
                        <a:t>2</a:t>
                      </a:r>
                      <a:endParaRPr lang="ko-KR" altLang="en-US" sz="4000" b="0" dirty="0">
                        <a:latin typeface="a시네마L" panose="02020600000000000000" pitchFamily="18" charset="-127"/>
                        <a:ea typeface="a시네마L" panose="02020600000000000000" pitchFamily="18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6687670" y="8776447"/>
            <a:ext cx="9493623" cy="4123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 flipV="1">
            <a:off x="6140824" y="6060141"/>
            <a:ext cx="636494" cy="18288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6687669" y="7270376"/>
            <a:ext cx="6042213" cy="4123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4534340" y="3153043"/>
            <a:ext cx="29017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 err="1" smtClean="0"/>
              <a:t>Boxes_pixel</a:t>
            </a:r>
            <a:r>
              <a:rPr lang="en-US" altLang="ko-KR" sz="3000" dirty="0" smtClean="0"/>
              <a:t> </a:t>
            </a:r>
            <a:r>
              <a:rPr lang="ko-KR" altLang="en-US" sz="3000" dirty="0" smtClean="0"/>
              <a:t>예시</a:t>
            </a:r>
            <a:endParaRPr lang="en-US" altLang="ko-KR" sz="3000" dirty="0" smtClean="0"/>
          </a:p>
        </p:txBody>
      </p:sp>
    </p:spTree>
    <p:extLst>
      <p:ext uri="{BB962C8B-B14F-4D97-AF65-F5344CB8AC3E}">
        <p14:creationId xmlns:p14="http://schemas.microsoft.com/office/powerpoint/2010/main" val="334156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단계별 구현 방식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4862" y="1801906"/>
            <a:ext cx="16638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/>
              <a:t>2. </a:t>
            </a:r>
            <a:r>
              <a:rPr lang="ko-KR" altLang="en-US" sz="4000" dirty="0" smtClean="0"/>
              <a:t>승패 구분</a:t>
            </a:r>
            <a:endParaRPr lang="ko-KR" altLang="en-US" sz="4000" dirty="0"/>
          </a:p>
        </p:txBody>
      </p:sp>
      <p:grpSp>
        <p:nvGrpSpPr>
          <p:cNvPr id="7" name="그룹 6"/>
          <p:cNvGrpSpPr/>
          <p:nvPr/>
        </p:nvGrpSpPr>
        <p:grpSpPr>
          <a:xfrm>
            <a:off x="313766" y="2697399"/>
            <a:ext cx="7691716" cy="7020342"/>
            <a:chOff x="313766" y="2921517"/>
            <a:chExt cx="7192922" cy="6492312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766" y="2921517"/>
              <a:ext cx="7192922" cy="6492312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708212" y="4231341"/>
              <a:ext cx="6798476" cy="504713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직사각형 7"/>
          <p:cNvSpPr/>
          <p:nvPr/>
        </p:nvSpPr>
        <p:spPr>
          <a:xfrm>
            <a:off x="1371600" y="7530353"/>
            <a:ext cx="4912659" cy="2041021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281" y="2697399"/>
            <a:ext cx="7678949" cy="4885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27281" y="7632382"/>
            <a:ext cx="79960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/>
              <a:t>표를 그려 봤을 때</a:t>
            </a:r>
            <a:r>
              <a:rPr lang="en-US" altLang="ko-KR" sz="4000" dirty="0" smtClean="0"/>
              <a:t>, </a:t>
            </a:r>
          </a:p>
          <a:p>
            <a:r>
              <a:rPr lang="en-US" altLang="ko-KR" sz="4000" dirty="0" smtClean="0"/>
              <a:t>P1</a:t>
            </a:r>
            <a:r>
              <a:rPr lang="ko-KR" altLang="en-US" sz="4000" dirty="0" smtClean="0"/>
              <a:t>은 </a:t>
            </a:r>
            <a:r>
              <a:rPr lang="en-US" altLang="ko-KR" sz="4000" dirty="0" smtClean="0"/>
              <a:t>P2</a:t>
            </a:r>
            <a:r>
              <a:rPr lang="ko-KR" altLang="en-US" sz="4000" dirty="0" smtClean="0"/>
              <a:t>와 </a:t>
            </a:r>
            <a:r>
              <a:rPr lang="en-US" altLang="ko-KR" sz="4000" dirty="0" smtClean="0"/>
              <a:t>class id</a:t>
            </a:r>
            <a:r>
              <a:rPr lang="ko-KR" altLang="en-US" sz="4000" dirty="0" smtClean="0"/>
              <a:t>가 </a:t>
            </a:r>
            <a:r>
              <a:rPr lang="en-US" altLang="ko-KR" sz="4000" dirty="0" smtClean="0"/>
              <a:t>2 </a:t>
            </a:r>
            <a:r>
              <a:rPr lang="ko-KR" altLang="en-US" sz="4000" dirty="0" err="1" smtClean="0"/>
              <a:t>차이날</a:t>
            </a:r>
            <a:r>
              <a:rPr lang="ko-KR" altLang="en-US" sz="4000" dirty="0" smtClean="0"/>
              <a:t> 때 승리하는 조건을 발견함</a:t>
            </a:r>
            <a:endParaRPr lang="ko-KR" altLang="en-US" sz="4000" dirty="0"/>
          </a:p>
        </p:txBody>
      </p:sp>
      <p:cxnSp>
        <p:nvCxnSpPr>
          <p:cNvPr id="12" name="직선 화살표 연결선 11"/>
          <p:cNvCxnSpPr/>
          <p:nvPr/>
        </p:nvCxnSpPr>
        <p:spPr>
          <a:xfrm flipV="1">
            <a:off x="6284259" y="7351059"/>
            <a:ext cx="2079812" cy="995082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394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b="78655"/>
          <a:stretch/>
        </p:blipFill>
        <p:spPr>
          <a:xfrm>
            <a:off x="313766" y="2571498"/>
            <a:ext cx="7691716" cy="149847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단계별 구현 방식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4862" y="1801906"/>
            <a:ext cx="16638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/>
              <a:t>3. </a:t>
            </a:r>
            <a:r>
              <a:rPr lang="ko-KR" altLang="en-US" sz="4000" dirty="0" smtClean="0"/>
              <a:t>예외 처리</a:t>
            </a:r>
            <a:endParaRPr lang="ko-KR" altLang="en-US" sz="4000" dirty="0"/>
          </a:p>
        </p:txBody>
      </p:sp>
      <p:sp>
        <p:nvSpPr>
          <p:cNvPr id="7" name="직사각형 6"/>
          <p:cNvSpPr/>
          <p:nvPr/>
        </p:nvSpPr>
        <p:spPr>
          <a:xfrm>
            <a:off x="457659" y="2652111"/>
            <a:ext cx="7269917" cy="141786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101" y="4324586"/>
            <a:ext cx="4266762" cy="501264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6786" y="4333507"/>
            <a:ext cx="4195005" cy="49948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659" y="4324586"/>
            <a:ext cx="4266762" cy="501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191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40" y="2652111"/>
            <a:ext cx="8583512" cy="66247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단계별 구현 방식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4862" y="1801906"/>
            <a:ext cx="16638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/>
              <a:t>4. </a:t>
            </a:r>
            <a:r>
              <a:rPr lang="ko-KR" altLang="en-US" sz="4000" dirty="0" smtClean="0"/>
              <a:t>카운트 다운 이후 결과 판정 및 프레임 고정</a:t>
            </a:r>
            <a:endParaRPr lang="ko-KR" altLang="en-US" sz="4000" dirty="0"/>
          </a:p>
        </p:txBody>
      </p:sp>
      <p:sp>
        <p:nvSpPr>
          <p:cNvPr id="7" name="직사각형 6"/>
          <p:cNvSpPr/>
          <p:nvPr/>
        </p:nvSpPr>
        <p:spPr>
          <a:xfrm>
            <a:off x="394906" y="3361043"/>
            <a:ext cx="3657141" cy="19729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013471" y="5937612"/>
            <a:ext cx="7404388" cy="22919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rcRect r="48558"/>
          <a:stretch/>
        </p:blipFill>
        <p:spPr>
          <a:xfrm>
            <a:off x="8978418" y="4930110"/>
            <a:ext cx="7990144" cy="4306991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8978418" y="4978027"/>
            <a:ext cx="7364241" cy="19729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6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62" y="2804509"/>
            <a:ext cx="16282337" cy="546094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단계별 구현 방식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4862" y="1801906"/>
            <a:ext cx="16638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/>
              <a:t>4. </a:t>
            </a:r>
            <a:r>
              <a:rPr lang="ko-KR" altLang="en-US" sz="4000" dirty="0" smtClean="0"/>
              <a:t>카운트 다운 이후 결과 판정 및 프레임 고정</a:t>
            </a:r>
            <a:endParaRPr lang="ko-KR" altLang="en-US" sz="4000" dirty="0"/>
          </a:p>
        </p:txBody>
      </p:sp>
      <p:sp>
        <p:nvSpPr>
          <p:cNvPr id="7" name="직사각형 6"/>
          <p:cNvSpPr/>
          <p:nvPr/>
        </p:nvSpPr>
        <p:spPr>
          <a:xfrm>
            <a:off x="827568" y="4131285"/>
            <a:ext cx="15515091" cy="40445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34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ko-KR" altLang="en-US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단계별 구현 방식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4862" y="1801906"/>
            <a:ext cx="16638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/>
              <a:t>5.  </a:t>
            </a:r>
            <a:r>
              <a:rPr lang="ko-KR" altLang="en-US" sz="4000" dirty="0" smtClean="0"/>
              <a:t>스코어 보드 및 기능키 구현</a:t>
            </a:r>
            <a:endParaRPr lang="ko-KR" altLang="en-US" sz="4000" dirty="0"/>
          </a:p>
        </p:txBody>
      </p:sp>
      <p:grpSp>
        <p:nvGrpSpPr>
          <p:cNvPr id="9" name="그룹 8"/>
          <p:cNvGrpSpPr/>
          <p:nvPr/>
        </p:nvGrpSpPr>
        <p:grpSpPr>
          <a:xfrm>
            <a:off x="298155" y="4764760"/>
            <a:ext cx="16585201" cy="3652075"/>
            <a:chOff x="376023" y="5472972"/>
            <a:chExt cx="16585201" cy="365207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023" y="5472972"/>
              <a:ext cx="16585201" cy="3652075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475589" y="5611906"/>
              <a:ext cx="14271353" cy="851648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430766" y="7391418"/>
              <a:ext cx="16279446" cy="851648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44862" y="3132652"/>
            <a:ext cx="166384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/>
              <a:t>이미지 영역 아래에 </a:t>
            </a:r>
            <a:r>
              <a:rPr lang="en-US" altLang="ko-KR" sz="4000" dirty="0" smtClean="0"/>
              <a:t>Padding</a:t>
            </a:r>
            <a:r>
              <a:rPr lang="ko-KR" altLang="en-US" sz="4000" dirty="0" smtClean="0"/>
              <a:t>을 이용해 </a:t>
            </a:r>
            <a:endParaRPr lang="en-US" altLang="ko-KR" sz="4000" dirty="0" smtClean="0"/>
          </a:p>
          <a:p>
            <a:r>
              <a:rPr lang="ko-KR" altLang="en-US" sz="4000" dirty="0" smtClean="0"/>
              <a:t>스코어 보드 영역 구현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282021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 </a:t>
            </a:r>
            <a:r>
              <a:rPr lang="ko-KR" altLang="en-US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분석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5192" y="1888294"/>
            <a:ext cx="166384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/>
              <a:t>1. </a:t>
            </a:r>
            <a:r>
              <a:rPr lang="ko-KR" altLang="en-US" sz="4000" dirty="0" smtClean="0"/>
              <a:t>플레이어 별 </a:t>
            </a:r>
            <a:r>
              <a:rPr lang="en-US" altLang="ko-KR" sz="4000" dirty="0" smtClean="0"/>
              <a:t>RPS </a:t>
            </a:r>
            <a:r>
              <a:rPr lang="ko-KR" altLang="en-US" sz="4000" dirty="0" smtClean="0"/>
              <a:t>구분과 판정 확률 확인 가능</a:t>
            </a:r>
            <a:endParaRPr lang="en-US" altLang="ko-KR" sz="4000" dirty="0" smtClean="0"/>
          </a:p>
          <a:p>
            <a:r>
              <a:rPr lang="en-US" altLang="ko-KR" sz="4000" dirty="0" smtClean="0"/>
              <a:t>2. </a:t>
            </a:r>
            <a:r>
              <a:rPr lang="ko-KR" altLang="en-US" sz="4000" dirty="0" smtClean="0"/>
              <a:t>스코어 보드에서 승자와 현재까지의 점수 및 무승부 횟수 확인 가능</a:t>
            </a:r>
            <a:endParaRPr lang="ko-KR" altLang="en-US" sz="4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92" y="3293601"/>
            <a:ext cx="5075215" cy="604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40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862" y="238662"/>
            <a:ext cx="14190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5. </a:t>
            </a:r>
            <a:r>
              <a:rPr lang="ko-KR" altLang="en-US" sz="5400" b="1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향후 </a:t>
            </a:r>
            <a:r>
              <a:rPr lang="ko-KR" altLang="en-US" sz="5400" b="1" dirty="0" smtClean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발전 가능성</a:t>
            </a:r>
            <a:endParaRPr lang="ko-KR" altLang="en-US" sz="5400" b="1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657" y="1781314"/>
            <a:ext cx="16880084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/>
              <a:t>1. </a:t>
            </a:r>
            <a:r>
              <a:rPr lang="ko-KR" altLang="en-US" sz="4000" dirty="0" smtClean="0"/>
              <a:t>현재 모델의 한계점</a:t>
            </a:r>
            <a:endParaRPr lang="en-US" altLang="ko-KR" sz="4000" dirty="0" smtClean="0"/>
          </a:p>
          <a:p>
            <a:endParaRPr lang="en-US" altLang="ko-KR" sz="4000" dirty="0"/>
          </a:p>
          <a:p>
            <a:r>
              <a:rPr lang="en-US" altLang="ko-KR" sz="4000" dirty="0" smtClean="0"/>
              <a:t>-   </a:t>
            </a:r>
            <a:r>
              <a:rPr lang="ko-KR" altLang="en-US" sz="4000" dirty="0" smtClean="0"/>
              <a:t>프레임 </a:t>
            </a:r>
            <a:r>
              <a:rPr lang="ko-KR" altLang="en-US" sz="4000" dirty="0" err="1" smtClean="0"/>
              <a:t>고정시</a:t>
            </a:r>
            <a:r>
              <a:rPr lang="en-US" altLang="ko-KR" sz="4000" dirty="0" smtClean="0"/>
              <a:t>, </a:t>
            </a:r>
            <a:r>
              <a:rPr lang="ko-KR" altLang="en-US" sz="4000" dirty="0" smtClean="0"/>
              <a:t>사용자가 갑자기 바꾸는 경우 </a:t>
            </a:r>
            <a:endParaRPr lang="en-US" altLang="ko-KR" sz="4000" dirty="0" smtClean="0"/>
          </a:p>
          <a:p>
            <a:r>
              <a:rPr lang="ko-KR" altLang="en-US" sz="4000" dirty="0" smtClean="0"/>
              <a:t>    사진이 흔들리면서 정확한 판정이 불가함</a:t>
            </a:r>
            <a:endParaRPr lang="en-US" altLang="ko-KR" sz="4000" dirty="0" smtClean="0"/>
          </a:p>
          <a:p>
            <a:endParaRPr lang="en-US" altLang="ko-KR" sz="4000" dirty="0" smtClean="0"/>
          </a:p>
          <a:p>
            <a:r>
              <a:rPr lang="en-US" altLang="ko-KR" sz="4000" dirty="0" smtClean="0"/>
              <a:t>2. </a:t>
            </a:r>
            <a:r>
              <a:rPr lang="ko-KR" altLang="en-US" sz="4000" dirty="0" smtClean="0"/>
              <a:t>개선 방안</a:t>
            </a:r>
            <a:endParaRPr lang="en-US" altLang="ko-KR" sz="4000" dirty="0" smtClean="0"/>
          </a:p>
          <a:p>
            <a:endParaRPr lang="en-US" altLang="ko-KR" sz="4000" dirty="0"/>
          </a:p>
          <a:p>
            <a:r>
              <a:rPr lang="en-US" altLang="ko-KR" sz="4000" dirty="0" smtClean="0"/>
              <a:t>-    Scissors, Rock, Paper </a:t>
            </a:r>
            <a:r>
              <a:rPr lang="ko-KR" altLang="en-US" sz="4000" dirty="0" smtClean="0"/>
              <a:t>를 제외한 </a:t>
            </a:r>
            <a:r>
              <a:rPr lang="en-US" altLang="ko-KR" sz="4000" dirty="0" smtClean="0"/>
              <a:t>Undetected </a:t>
            </a:r>
            <a:r>
              <a:rPr lang="ko-KR" altLang="en-US" sz="4000" dirty="0" smtClean="0"/>
              <a:t>클래스를 만들고 </a:t>
            </a:r>
            <a:endParaRPr lang="en-US" altLang="ko-KR" sz="4000" dirty="0" smtClean="0"/>
          </a:p>
          <a:p>
            <a:r>
              <a:rPr lang="ko-KR" altLang="en-US" sz="4000" dirty="0" smtClean="0"/>
              <a:t>    데이터를 마련한 뒤 새로 훈련 시킴</a:t>
            </a:r>
            <a:endParaRPr lang="en-US" altLang="ko-KR" sz="4000" dirty="0" smtClean="0"/>
          </a:p>
          <a:p>
            <a:endParaRPr lang="en-US" altLang="ko-KR" sz="4000" dirty="0"/>
          </a:p>
          <a:p>
            <a:r>
              <a:rPr lang="en-US" altLang="ko-KR" sz="4000" dirty="0" smtClean="0"/>
              <a:t>3. </a:t>
            </a:r>
            <a:r>
              <a:rPr lang="ko-KR" altLang="en-US" sz="4000" dirty="0" smtClean="0"/>
              <a:t>기대 효과</a:t>
            </a:r>
            <a:endParaRPr lang="en-US" altLang="ko-KR" sz="4000" dirty="0" smtClean="0"/>
          </a:p>
          <a:p>
            <a:pPr marL="571500" indent="-571500">
              <a:buFontTx/>
              <a:buChar char="-"/>
            </a:pPr>
            <a:r>
              <a:rPr lang="ko-KR" altLang="en-US" sz="4000" dirty="0" smtClean="0"/>
              <a:t>사진이 흔들려서 </a:t>
            </a:r>
            <a:r>
              <a:rPr lang="en-US" altLang="ko-KR" sz="4000" dirty="0" smtClean="0"/>
              <a:t>RPS </a:t>
            </a:r>
            <a:r>
              <a:rPr lang="ko-KR" altLang="en-US" sz="4000" dirty="0" smtClean="0"/>
              <a:t>로 판정이 불가할 경우 </a:t>
            </a:r>
            <a:r>
              <a:rPr lang="en-US" altLang="ko-KR" sz="4000" dirty="0" smtClean="0"/>
              <a:t>Undetected </a:t>
            </a:r>
            <a:r>
              <a:rPr lang="ko-KR" altLang="en-US" sz="4000" dirty="0" smtClean="0"/>
              <a:t>판정</a:t>
            </a:r>
            <a:r>
              <a:rPr lang="en-US" altLang="ko-KR" sz="4000" dirty="0" smtClean="0"/>
              <a:t>, </a:t>
            </a:r>
          </a:p>
          <a:p>
            <a:r>
              <a:rPr lang="en-US" altLang="ko-KR" sz="4000" dirty="0"/>
              <a:t> </a:t>
            </a:r>
            <a:r>
              <a:rPr lang="en-US" altLang="ko-KR" sz="4000" dirty="0" smtClean="0"/>
              <a:t>    </a:t>
            </a:r>
            <a:r>
              <a:rPr lang="ko-KR" altLang="en-US" sz="4000" dirty="0" smtClean="0"/>
              <a:t>승자 판단 보류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019012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</TotalTime>
  <Words>304</Words>
  <Application>Microsoft Office PowerPoint</Application>
  <PresentationFormat>사용자 지정</PresentationFormat>
  <Paragraphs>83</Paragraphs>
  <Slides>12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a시네마L</vt:lpstr>
      <vt:lpstr>LG스마트체2.0 Regular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 Reskilling 오리엔테이션</dc:title>
  <dc:subject>Presentation</dc:subject>
  <dc:creator>mangoboard.net_22081255</dc:creator>
  <cp:lastModifiedBy>Microsoft 계정</cp:lastModifiedBy>
  <cp:revision>38</cp:revision>
  <dcterms:created xsi:type="dcterms:W3CDTF">2022-12-09T16:47:26Z</dcterms:created>
  <dcterms:modified xsi:type="dcterms:W3CDTF">2026-09-18T05:29:33Z</dcterms:modified>
</cp:coreProperties>
</file>